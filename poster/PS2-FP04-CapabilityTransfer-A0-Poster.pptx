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N firms each choose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 · βφK·m/(m+m₀) = future share an open release buys (β discount · φ ecosystem efficiency · K external contributions · m compatibility share · m₀ internal scale).</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and the highest E would take the prize; our rule pays kE per open release, so the analogy covers who pays, not who is awarded.</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&gt; L + π − βφK,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βφK·m/(m+m₀)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 βφK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i.e. while the future-share motive is weak; with a strong motive openness wins even at k = 0 (panel b).</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static and one-shot, with no reaction between firms: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OCT 6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8be3f02</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Relay</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8732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